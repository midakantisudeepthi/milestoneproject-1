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71" r:id="rId13"/>
    <p:sldId id="265" r:id="rId14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akanti Sudeepthi" userId="5b0ab3597dcabee1" providerId="LiveId" clId="{CF764910-F2EF-413D-94EC-AD5DCA924747}"/>
    <pc:docChg chg="custSel modSld">
      <pc:chgData name="Midakanti Sudeepthi" userId="5b0ab3597dcabee1" providerId="LiveId" clId="{CF764910-F2EF-413D-94EC-AD5DCA924747}" dt="2026-03-25T13:02:41.647" v="61"/>
      <pc:docMkLst>
        <pc:docMk/>
      </pc:docMkLst>
      <pc:sldChg chg="addSp delSp modSp mod">
        <pc:chgData name="Midakanti Sudeepthi" userId="5b0ab3597dcabee1" providerId="LiveId" clId="{CF764910-F2EF-413D-94EC-AD5DCA924747}" dt="2026-03-25T12:59:40.155" v="35" actId="1076"/>
        <pc:sldMkLst>
          <pc:docMk/>
          <pc:sldMk cId="0" sldId="262"/>
        </pc:sldMkLst>
        <pc:spChg chg="del">
          <ac:chgData name="Midakanti Sudeepthi" userId="5b0ab3597dcabee1" providerId="LiveId" clId="{CF764910-F2EF-413D-94EC-AD5DCA924747}" dt="2026-03-25T03:50:57.355" v="0" actId="478"/>
          <ac:spMkLst>
            <pc:docMk/>
            <pc:sldMk cId="0" sldId="262"/>
            <ac:spMk id="50" creationId="{D04F3B99-A5D2-54DC-51CD-4E86A99D3EA2}"/>
          </ac:spMkLst>
        </pc:spChg>
        <pc:picChg chg="add mod">
          <ac:chgData name="Midakanti Sudeepthi" userId="5b0ab3597dcabee1" providerId="LiveId" clId="{CF764910-F2EF-413D-94EC-AD5DCA924747}" dt="2026-03-25T12:59:40.155" v="35" actId="1076"/>
          <ac:picMkLst>
            <pc:docMk/>
            <pc:sldMk cId="0" sldId="262"/>
            <ac:picMk id="3" creationId="{FDCF2A18-4D3B-A9E4-21A0-ED62C887DD85}"/>
          </ac:picMkLst>
        </pc:picChg>
      </pc:sldChg>
      <pc:sldChg chg="modSp mod">
        <pc:chgData name="Midakanti Sudeepthi" userId="5b0ab3597dcabee1" providerId="LiveId" clId="{CF764910-F2EF-413D-94EC-AD5DCA924747}" dt="2026-03-25T12:59:54.510" v="46" actId="20577"/>
        <pc:sldMkLst>
          <pc:docMk/>
          <pc:sldMk cId="0" sldId="263"/>
        </pc:sldMkLst>
        <pc:spChg chg="mod">
          <ac:chgData name="Midakanti Sudeepthi" userId="5b0ab3597dcabee1" providerId="LiveId" clId="{CF764910-F2EF-413D-94EC-AD5DCA924747}" dt="2026-03-25T12:59:54.510" v="46" actId="20577"/>
          <ac:spMkLst>
            <pc:docMk/>
            <pc:sldMk cId="0" sldId="263"/>
            <ac:spMk id="48" creationId="{26E9F5F9-CCF8-6F05-4C01-034C88D7529E}"/>
          </ac:spMkLst>
        </pc:spChg>
      </pc:sldChg>
      <pc:sldChg chg="addSp delSp modSp mod">
        <pc:chgData name="Midakanti Sudeepthi" userId="5b0ab3597dcabee1" providerId="LiveId" clId="{CF764910-F2EF-413D-94EC-AD5DCA924747}" dt="2026-03-25T05:09:40.982" v="26"/>
        <pc:sldMkLst>
          <pc:docMk/>
          <pc:sldMk cId="1998101144" sldId="266"/>
        </pc:sldMkLst>
        <pc:spChg chg="del mod">
          <ac:chgData name="Midakanti Sudeepthi" userId="5b0ab3597dcabee1" providerId="LiveId" clId="{CF764910-F2EF-413D-94EC-AD5DCA924747}" dt="2026-03-25T05:09:40.982" v="26"/>
          <ac:spMkLst>
            <pc:docMk/>
            <pc:sldMk cId="1998101144" sldId="266"/>
            <ac:spMk id="44" creationId="{9EC6A4DA-6D4B-3E6A-CF92-E543DD7AFBF5}"/>
          </ac:spMkLst>
        </pc:spChg>
        <pc:picChg chg="add mod">
          <ac:chgData name="Midakanti Sudeepthi" userId="5b0ab3597dcabee1" providerId="LiveId" clId="{CF764910-F2EF-413D-94EC-AD5DCA924747}" dt="2026-03-25T05:09:39.903" v="24" actId="1076"/>
          <ac:picMkLst>
            <pc:docMk/>
            <pc:sldMk cId="1998101144" sldId="266"/>
            <ac:picMk id="3" creationId="{8370B8A2-9C6A-C14A-4900-D72BEED76BF6}"/>
          </ac:picMkLst>
        </pc:picChg>
      </pc:sldChg>
      <pc:sldChg chg="addSp modSp mod">
        <pc:chgData name="Midakanti Sudeepthi" userId="5b0ab3597dcabee1" providerId="LiveId" clId="{CF764910-F2EF-413D-94EC-AD5DCA924747}" dt="2026-03-25T13:02:22.737" v="48" actId="14100"/>
        <pc:sldMkLst>
          <pc:docMk/>
          <pc:sldMk cId="84889951" sldId="268"/>
        </pc:sldMkLst>
        <pc:picChg chg="add mod">
          <ac:chgData name="Midakanti Sudeepthi" userId="5b0ab3597dcabee1" providerId="LiveId" clId="{CF764910-F2EF-413D-94EC-AD5DCA924747}" dt="2026-03-25T13:02:22.737" v="48" actId="14100"/>
          <ac:picMkLst>
            <pc:docMk/>
            <pc:sldMk cId="84889951" sldId="268"/>
            <ac:picMk id="3" creationId="{61388511-B980-57ED-7B52-FD56892D08D8}"/>
          </ac:picMkLst>
        </pc:picChg>
      </pc:sldChg>
      <pc:sldChg chg="delSp modSp mod">
        <pc:chgData name="Midakanti Sudeepthi" userId="5b0ab3597dcabee1" providerId="LiveId" clId="{CF764910-F2EF-413D-94EC-AD5DCA924747}" dt="2026-03-25T13:02:41.647" v="61"/>
        <pc:sldMkLst>
          <pc:docMk/>
          <pc:sldMk cId="3981187392" sldId="269"/>
        </pc:sldMkLst>
        <pc:spChg chg="del mod">
          <ac:chgData name="Midakanti Sudeepthi" userId="5b0ab3597dcabee1" providerId="LiveId" clId="{CF764910-F2EF-413D-94EC-AD5DCA924747}" dt="2026-03-25T13:02:41.647" v="61"/>
          <ac:spMkLst>
            <pc:docMk/>
            <pc:sldMk cId="3981187392" sldId="269"/>
            <ac:spMk id="44" creationId="{746F2C30-13B1-3754-C147-D58A899BC4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EF038B-4B03-4E7F-A0D7-A4BF13D3366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8500C-5675-4712-9483-D2F9A4180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92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8500C-5675-4712-9483-D2F9A4180A0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327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Event Lifecycle &amp; Ticketing Platform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M.Sudeepthi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VTU25846 – 23UECS0362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43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 err="1"/>
              <a:t>Dr.Sumithra</a:t>
            </a:r>
            <a:r>
              <a:rPr lang="en-IN" sz="3200" dirty="0"/>
              <a:t> M.(TTS3744)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67F704E-FD64-BAA0-AEA4-20C163374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151684"/>
            <a:ext cx="156972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Background: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event management relies on fragmented tools, causing high fees, ticket fraud, and data silos for organizers.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Importance: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centralizes the entire lifecycle from creation to check-in ensuring a secure, transparent, and seamless user journey.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Real-world Relevance: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the global live events industry scales, there is a critical demand for robust systems that prevent scalping and handle high-volume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System Overview: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integrated web ecosystem featuring automated ticketing, secure QR validation, real-time sales analytics, and organizer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656417" y="2015466"/>
            <a:ext cx="16402984" cy="12895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event management and ticketing processes often rely on fragmented, manual systems that lead to significant inefficiencies. 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Organizers struggle with high service fees, lack of real-time sales data, and the constant threat of ticket fraud or duplication. 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Furthermore, attendees frequently face complex booking journeys and unreliable check-in procedures. 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dirty="0"/>
              <a:t>Organizers frequently cannot access comprehensive attendee behavior data, making it difficult to plan targeted marketing for future events.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A lack of diverse and secure payment gateway integrations.</a:t>
            </a:r>
            <a:endParaRPr lang="en-US" sz="3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There is a critical need for a fully automated, end-to-end platform that provides a secure, transparent, and high-performance solution to streamline the entire event lifecycle for all stakeholders.</a:t>
            </a:r>
          </a:p>
          <a:p>
            <a:pPr marL="457200" indent="-457200">
              <a:buFontTx/>
              <a:buChar char="-"/>
            </a:pPr>
            <a:endParaRPr lang="en-US" sz="36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36397E-5FD3-AD5A-BB1F-F977824EE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0929" y="1584578"/>
            <a:ext cx="15634671" cy="726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 design and develop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centralized, end-to-end web platform that automates the entire event lifecycle, from initial organizer setup to final attendee check-in.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To implement</a:t>
            </a:r>
            <a:r>
              <a:rPr lang="en-US" altLang="en-US" sz="3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</a:rPr>
              <a:t>a secure, QR-based digital ticketing system that eliminates ticket duplication and prevents unauthorized secondary market reselling.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To improve</a:t>
            </a:r>
            <a:r>
              <a:rPr lang="en-US" altLang="en-US" sz="3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</a:rPr>
              <a:t>the user booking experience by providing an intuitive, mobile-responsive interface for seamless event discovery and instant seat selection.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To evaluate the performance of</a:t>
            </a:r>
            <a:r>
              <a:rPr lang="en-US" altLang="en-US" sz="3200" dirty="0">
                <a:latin typeface="Arial" panose="020B0604020202020204" pitchFamily="34" charset="0"/>
              </a:rPr>
              <a:t> the system under high-concurrency traffic to ensure stability during peak ticket release windows.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To automate</a:t>
            </a:r>
            <a:r>
              <a:rPr lang="en-US" altLang="en-US" sz="3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</a:rPr>
              <a:t>the post-event reporting process, providing organizers with instant, data-driven insights to improve future event planning.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For a business-focused presentation </a:t>
            </a:r>
            <a:r>
              <a:rPr lang="en-US" sz="3200" dirty="0"/>
              <a:t>Use the "analytics dashboard" and "user booking experience" points.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To implement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secure, QR-based digital ticketing system and real-time analytics dashboard to eliminate fraud and improve data-driven decision-making for organizers.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809454" y="1959637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Integrated Ecosystem: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/>
              <a:t>A unified web-based solution that manages the complete event lifecycle, from initial planning and digital ticketing to real-time entry validation.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Automated Workflow: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/>
              <a:t>Replaces manual coordination with automated event setup tools, tiered pricing configurations, and instant digital ticket generation.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Secure QR Validation: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/>
              <a:t>Implements unique, encrypted QR codes for every ticket, ensuring high-speed and fraud-proof entry at the venue via a dedicated scanning module.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Data-Driven Dashboards: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/>
              <a:t>Provides organizers with real-time sales tracking and attendee analytics, solving the issue of fragmented or delayed data reporting.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Scalable Architecture: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/>
              <a:t>Designed with a robust backend capable of handling high-concurrency booking traffic, eliminating the common issue of system crashes during peak sales.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Enhanced Security: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/>
              <a:t>Utilizes secure payment gateway integrations and role-based access control to protect sensitive user financial data and organizer assets.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User-Centric Discovery: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/>
              <a:t>Offers a seamless discovery and booking interface, reducing the complex "booking journey" found in traditional legacy systems.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Cost Efficiency: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/>
              <a:t>Minimizes overhead by eliminating the need for multiple third-party management tools, offering a more direct and affordable path for organizers.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025E66-8D6B-B6CE-4D9C-FC1CD83B6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0000" r="3334" b="5555"/>
          <a:stretch>
            <a:fillRect/>
          </a:stretch>
        </p:blipFill>
        <p:spPr>
          <a:xfrm>
            <a:off x="6019800" y="1257300"/>
            <a:ext cx="6629400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CF2A18-4D3B-A9E4-21A0-ED62C887D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57271"/>
            <a:ext cx="10228204" cy="81692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33600" y="2015466"/>
            <a:ext cx="15011401" cy="1080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Frontend:</a:t>
            </a:r>
            <a:r>
              <a:rPr lang="en-US" sz="3600" b="1" dirty="0"/>
              <a:t> </a:t>
            </a:r>
            <a:r>
              <a:rPr lang="en-US" sz="3600" dirty="0"/>
              <a:t>HTML5,CSS,JS</a:t>
            </a: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Backend: </a:t>
            </a:r>
            <a:r>
              <a:rPr lang="en-US" sz="3600" dirty="0"/>
              <a:t> PhpMyAdmin</a:t>
            </a: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Database: </a:t>
            </a:r>
            <a:r>
              <a:rPr lang="en-IN" sz="3600" dirty="0"/>
              <a:t>MySQL </a:t>
            </a:r>
            <a:endParaRPr lang="en-US" sz="3600" dirty="0"/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Tools:</a:t>
            </a:r>
          </a:p>
          <a:p>
            <a:r>
              <a:rPr lang="en-IN" sz="3600" dirty="0"/>
              <a:t>XAMPP,</a:t>
            </a:r>
            <a:r>
              <a:rPr lang="en-IN" sz="3600" b="1" dirty="0"/>
              <a:t> </a:t>
            </a:r>
            <a:r>
              <a:rPr lang="en-IN" sz="3600" dirty="0"/>
              <a:t>phpMyAdmin , Visual Studio Code , Web Browser (Chrome/Edge) </a:t>
            </a:r>
            <a:endParaRPr lang="en-US" sz="3600" dirty="0"/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Hardware Requirements :</a:t>
            </a:r>
          </a:p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dirty="0"/>
              <a:t>Minimum 4 GB RAM, Intel i3 Processor, Storage: 10 GB</a:t>
            </a:r>
            <a:endParaRPr lang="en-US" sz="36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</a:rPr>
              <a:t>Software Requirements :</a:t>
            </a:r>
          </a:p>
          <a:p>
            <a:r>
              <a:rPr lang="en-IN" sz="3600" dirty="0"/>
              <a:t>Operating System: Windows / Linux / macOS , XAMPP (Apache &amp; MySQL server) ,Web Browser (Chrome, Edge, Firefox) ,Code Editor (VS Code 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728051" y="1265170"/>
            <a:ext cx="16178950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1: User Management</a:t>
            </a:r>
          </a:p>
          <a:p>
            <a:r>
              <a:rPr lang="en-US" sz="2800" dirty="0"/>
              <a:t>Handles user registration, login, and authentication.</a:t>
            </a:r>
            <a:br>
              <a:rPr lang="en-US" sz="2800" dirty="0"/>
            </a:br>
            <a:r>
              <a:rPr lang="en-US" sz="2800" dirty="0"/>
              <a:t>Users can create accounts, securely log in, and access features based on their role (user or organizer). This module ensures proper session handling and access control.</a:t>
            </a:r>
          </a:p>
          <a:p>
            <a:r>
              <a:rPr lang="en-US" sz="2800" b="1" dirty="0"/>
              <a:t>Module 2: Event Management</a:t>
            </a:r>
          </a:p>
          <a:p>
            <a:r>
              <a:rPr lang="en-US" sz="2800" dirty="0"/>
              <a:t>Allows organizers to create, update, and manage events.</a:t>
            </a:r>
            <a:br>
              <a:rPr lang="en-US" sz="2800" dirty="0"/>
            </a:br>
            <a:r>
              <a:rPr lang="en-US" sz="2800" dirty="0"/>
              <a:t>Organizers can add event details such as title, description, date, time, location, and total tickets. This module ensures only authorized users (organizers) can create events.</a:t>
            </a:r>
          </a:p>
          <a:p>
            <a:r>
              <a:rPr lang="en-US" sz="2800" b="1" dirty="0"/>
              <a:t>Module 3: Ticket Booking System</a:t>
            </a:r>
          </a:p>
          <a:p>
            <a:r>
              <a:rPr lang="en-US" sz="2800" dirty="0"/>
              <a:t>Enables users to browse available events and book tickets.</a:t>
            </a:r>
            <a:br>
              <a:rPr lang="en-US" sz="2800" dirty="0"/>
            </a:br>
            <a:r>
              <a:rPr lang="en-US" sz="2800" dirty="0"/>
              <a:t>Users can select events, choose the number of tickets (with limits), and confirm bookings. The system checks ticket availability and updates the number of tickets sold dynamically.</a:t>
            </a:r>
          </a:p>
          <a:p>
            <a:r>
              <a:rPr lang="en-US" sz="2800" b="1" dirty="0"/>
              <a:t> Module 4: Database Management</a:t>
            </a:r>
          </a:p>
          <a:p>
            <a:r>
              <a:rPr lang="en-US" sz="2800" dirty="0"/>
              <a:t>Handles storage and retrieval of all application data.</a:t>
            </a:r>
            <a:br>
              <a:rPr lang="en-US" sz="2800" dirty="0"/>
            </a:br>
            <a:r>
              <a:rPr lang="en-US" sz="2800" dirty="0"/>
              <a:t>Manages tables like </a:t>
            </a:r>
            <a:r>
              <a:rPr lang="en-US" sz="2800" dirty="0" err="1"/>
              <a:t>users,events</a:t>
            </a:r>
            <a:r>
              <a:rPr lang="en-US" sz="2800" dirty="0"/>
              <a:t> and tickets ensuring data consistency, integrity, and efficient query execution using MySQL.</a:t>
            </a:r>
          </a:p>
          <a:p>
            <a:r>
              <a:rPr lang="en-US" sz="2800" b="1" dirty="0"/>
              <a:t> Module 5: User Dashboard / Ticket Tracking</a:t>
            </a:r>
          </a:p>
          <a:p>
            <a:r>
              <a:rPr lang="en-US" sz="2800" dirty="0"/>
              <a:t>Provides users with a personalized view of their bookings.</a:t>
            </a:r>
            <a:br>
              <a:rPr lang="en-US" sz="2800" dirty="0"/>
            </a:br>
            <a:r>
              <a:rPr lang="en-US" sz="2800" dirty="0"/>
              <a:t>Users can view their booked tickets, event details, and booking history, which acts as proof of registration.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0B8A2-9C6A-C14A-4900-D72BEED76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918" y="1638299"/>
            <a:ext cx="7416682" cy="77605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7E041A-621F-1BD6-220F-EA03A34BF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5252" y="1631627"/>
            <a:ext cx="7539769" cy="776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388511-B980-57ED-7B52-FD56892D0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614" y="1638301"/>
            <a:ext cx="15656258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F2866-88E2-3E08-CE87-7A697373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FB44E951-7CDC-8FBC-6C40-6EF46E383599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3AB7887-9AD6-CFBD-18A8-823792D5D48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2B1946B-EB6C-483D-C6E1-DF871732006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F921224-22D2-0B72-14C6-CDE91C7B45A6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1ACB291-C2DC-23CF-408B-8287E1DD119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C80F061-C992-A709-CD04-CA75CB4CC4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15ECAED-5A04-5221-686E-E0F95A8147F6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52A9172-EB8C-7726-4112-DE574BC244F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1F2941A-E168-0005-6070-D4BB3D8A847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CDE0D19-6372-AE82-FF4A-1AE34881729C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D58FF4A-B725-F235-5870-A3927D63B6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0DE69B5-8E4F-2E72-82C9-4FD2B07C84D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4ED5475-F2E6-61C1-17D6-9F387B79B50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2F4B784-72EE-B703-6EAC-5C019A95FF3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BBD4B24-C91C-EB0F-A457-D18979D266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2C9FEF45-0B7F-589B-6271-E1BED13D8814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186305AC-9C8D-1E4F-9648-7D756F3B2ED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60F0FBE-606A-C554-0BBA-8003C71E27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D6C8F5A5-B597-20A3-FBDF-39783E361890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5F79C3EA-2104-63E3-850E-7AEDFC1AB28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9B875D08-2A53-32AF-2312-0E19E9EE80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4B129047-EC48-3752-98E5-1C0755D3A72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651E17B3-05DA-FFB5-900C-D35616A9D9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D84D53D3-AB89-176A-A941-313FA40CE1E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40B378C-3D89-61A5-7052-2D0CF9C585CD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0567197-11BF-00E2-7C62-4701C73CEF9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4B5EA7C-52D1-BC8E-F900-616146A2F4C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155168CE-526B-2EB6-8B66-E2FA4B0D704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9D99E558-76B1-2330-C071-03D046182721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3D72D39-B07A-DD83-A6A1-E5922ADC7E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CB69B85C-E444-EBB4-D508-DE8229CC6D0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D370519-2966-3974-DDAB-F4A5B8F5FAA7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64679-9B59-38F1-DD36-BF2A2DE2B121}"/>
              </a:ext>
            </a:extLst>
          </p:cNvPr>
          <p:cNvSpPr txBox="1"/>
          <p:nvPr/>
        </p:nvSpPr>
        <p:spPr>
          <a:xfrm>
            <a:off x="3987379" y="2782539"/>
            <a:ext cx="14046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7F88B8-2BF6-D364-1B2E-E5820195A1F2}"/>
              </a:ext>
            </a:extLst>
          </p:cNvPr>
          <p:cNvSpPr txBox="1"/>
          <p:nvPr/>
        </p:nvSpPr>
        <p:spPr>
          <a:xfrm>
            <a:off x="1958839" y="2015465"/>
            <a:ext cx="1613866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</a:rPr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Provides a centralized platform to manage all event-related activities efficiently.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Enables users to book tickets easily with real-time availability updates.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Supports role-based access for secure and organized event management.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Integrates event creation, booking, and tracking in a single system.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Reduces manual work and improves overall efficiency. </a:t>
            </a:r>
          </a:p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Depends on internet/server availability to access the platform.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Lacks advanced features like online payment and email confirmation.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Requires improved security and scalability for real-world usage.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Limited user interface design compared to modern web applications.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Manual role management is required without a dedicated admin panel.</a:t>
            </a:r>
          </a:p>
        </p:txBody>
      </p:sp>
    </p:spTree>
    <p:extLst>
      <p:ext uri="{BB962C8B-B14F-4D97-AF65-F5344CB8AC3E}">
        <p14:creationId xmlns:p14="http://schemas.microsoft.com/office/powerpoint/2010/main" val="89863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1184</Words>
  <Application>Microsoft Office PowerPoint</Application>
  <PresentationFormat>Custom</PresentationFormat>
  <Paragraphs>233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Courier New</vt:lpstr>
      <vt:lpstr>Bookman Old Style</vt:lpstr>
      <vt:lpstr>Times New Roman</vt:lpstr>
      <vt:lpstr>Calibri</vt:lpstr>
      <vt:lpstr>Cambria</vt:lpstr>
      <vt:lpstr>Arial</vt:lpstr>
      <vt:lpstr>Gotham Bold Italics</vt:lpstr>
      <vt:lpstr>Gotham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Midakanti Sudeepthi</cp:lastModifiedBy>
  <cp:revision>13</cp:revision>
  <dcterms:created xsi:type="dcterms:W3CDTF">2006-08-16T00:00:00Z</dcterms:created>
  <dcterms:modified xsi:type="dcterms:W3CDTF">2026-04-09T05:44:38Z</dcterms:modified>
  <dc:identifier>DAHCaYqJ9OU</dc:identifier>
</cp:coreProperties>
</file>